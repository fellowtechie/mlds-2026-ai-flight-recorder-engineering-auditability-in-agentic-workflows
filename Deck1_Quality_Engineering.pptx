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1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Agentic Quality Engineering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Quality Assurance for Multi-Agent Systems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6858000" cy="822960"/>
          </a:xfrm>
          <a:prstGeom prst="rect">
            <a:avLst/>
          </a:prstGeom>
          <a:solidFill>
            <a:srgbClr val="303134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971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Director, AI Platform Engineering — Microsoft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MLDS 2026 · 27 March 2026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021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Agentic Quality Engineering?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40080"/>
            <a:ext cx="36576" cy="5943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discipline of ensuring AI agents behave correctly, reliably, safely, and auditably — in production, at scale.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5943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36576" cy="5943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716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Correctness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926080" y="137160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Factually accurate, grounded outputs with citation provenance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8412480" cy="5943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084832"/>
            <a:ext cx="36576" cy="5943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08483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926080" y="2084832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behavior across repeated executions and edge cases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65760" y="2798064"/>
            <a:ext cx="8412480" cy="5943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798064"/>
            <a:ext cx="36576" cy="594360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9806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BB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926080" y="2798064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Operates within guardrails, permission boundaries, and ethical limits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365760" y="3511296"/>
            <a:ext cx="8412480" cy="5943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11296"/>
            <a:ext cx="36576" cy="594360"/>
          </a:xfrm>
          <a:prstGeom prst="rect">
            <a:avLst/>
          </a:prstGeom>
          <a:solidFill>
            <a:srgbClr val="8E7CC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1129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E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926080" y="3511296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usage, latency, and cost within defined budgets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365760" y="4224528"/>
            <a:ext cx="8412480" cy="5943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4224528"/>
            <a:ext cx="36576" cy="594360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2452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Auditability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2926080" y="4224528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forensically reconstructable after the fact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MLDS 2026 · Agentic Quality Engineering · 2/12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021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Quality Engineering Lifecycle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1000" r="-1000" t="0" b="0"/>
          <a:stretch/>
        </p:blipFill>
        <p:spPr>
          <a:xfrm>
            <a:off x="0" y="502920"/>
            <a:ext cx="91440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MLDS 2026 · Agentic Quality Engineering · 3/12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021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 Quality Pyramid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1000" r="-1000" t="0" b="0"/>
          <a:stretch/>
        </p:blipFill>
        <p:spPr>
          <a:xfrm>
            <a:off x="0" y="502920"/>
            <a:ext cx="91440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MLDS 2026 · Agentic Quality Engineering · 4/12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021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Layered Architecture — Auditability at Every Layer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1000" r="-1000" t="0" b="0"/>
          <a:stretch/>
        </p:blipFill>
        <p:spPr>
          <a:xfrm>
            <a:off x="0" y="502920"/>
            <a:ext cx="91440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MLDS 2026 · Agentic Quality Engineering · 5/12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021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 Plane — Where Auditability Lives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control plane governs policy, identity, routing, evaluation, and audit — separated from execution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658368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36576" cy="65836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698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Layer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38988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Policy-as-code enforced at every decision. Approval gates logged immutably.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8412480" cy="658368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28800"/>
            <a:ext cx="36576" cy="658368"/>
          </a:xfrm>
          <a:prstGeom prst="rect">
            <a:avLst/>
          </a:prstGeom>
          <a:solidFill>
            <a:srgbClr val="8E7CC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470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E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Auth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" y="21671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identity (Entra ID), delegation chains, credential rotation — all audited.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8412480" cy="658368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606040"/>
            <a:ext cx="36576" cy="658368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243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BB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Layer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48640" y="294436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OTel tracing, metrics, alerts. The nervous system of the audit trail.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8412480" cy="658368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383280"/>
            <a:ext cx="36576" cy="658368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015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Layer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48640" y="372160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quality scores linked to trace spans. Safety + compliance signals.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365760" y="4160520"/>
            <a:ext cx="8412480" cy="658368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160520"/>
            <a:ext cx="36576" cy="658368"/>
          </a:xfrm>
          <a:prstGeom prst="rect">
            <a:avLst/>
          </a:prstGeom>
          <a:solidFill>
            <a:srgbClr val="D9967E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788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99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Store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48640" y="449884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Immutable, tamper-evident log. 90-day retention. Forensic replay engine.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MLDS 2026 · Agentic Quality Engineering · 6/12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021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Execution Plane — What Gets Audited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Agents, orchestration, tools, LLMs, and runtime — every layer generates audit spans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658368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36576" cy="65836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698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Layer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38988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creation/destruction, config changes, capability inventory — version tracked.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8412480" cy="658368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28800"/>
            <a:ext cx="36576" cy="658368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470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BB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" y="21671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decomposition rationale, routing decisions, handoff metadata — all logged.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8412480" cy="658368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606040"/>
            <a:ext cx="36576" cy="658368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243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BBC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Registry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48640" y="294436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 call captured: arguments, results, permissions checked, latency.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8412480" cy="658368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383280"/>
            <a:ext cx="36576" cy="658368"/>
          </a:xfrm>
          <a:prstGeom prst="rect">
            <a:avLst/>
          </a:prstGeom>
          <a:solidFill>
            <a:srgbClr val="8E7CC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015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E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Gateway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48640" y="372160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Prompt/response capture (opt-in), model version pinned, token + cost per call.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365760" y="4160520"/>
            <a:ext cx="8412480" cy="658368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160520"/>
            <a:ext cx="36576" cy="658368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788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48640" y="449884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snapshots, state transitions, error recovery paths — all recorded.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MLDS 2026 · Agentic Quality Engineering · 7/12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021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Engineering Auditability?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7772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40080"/>
            <a:ext cx="36576" cy="7772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Auditability is the practice of building forensic reconstruction capability into the architecture itself — not adding it after deployment.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8412480" cy="86868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45920"/>
            <a:ext cx="36576" cy="8686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Control Plane: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enforcement, identity management, evaluation scores, compliance evidence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65760" y="2697480"/>
            <a:ext cx="8412480" cy="86868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697480"/>
            <a:ext cx="36576" cy="8686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Execution Plane: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actions, tool calls, LLM interactions, state transitions, error recovery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65760" y="3749040"/>
            <a:ext cx="8412480" cy="86868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49040"/>
            <a:ext cx="36576" cy="868680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94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BB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Both Planes: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48640" y="41605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tracing (OTel), immutable audit store, forensic replay engine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MLDS 2026 · Agentic Quality Engineering · 8/12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021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Patterns for Observability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1000" r="-1000" t="0" b="0"/>
          <a:stretch/>
        </p:blipFill>
        <p:spPr>
          <a:xfrm>
            <a:off x="0" y="502920"/>
            <a:ext cx="91440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MLDS 2026 · Agentic Quality Engineering · 9/12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021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 Playbook — 12 Weeks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1000" r="-1000" t="0" b="0"/>
          <a:stretch/>
        </p:blipFill>
        <p:spPr>
          <a:xfrm>
            <a:off x="0" y="502920"/>
            <a:ext cx="91440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MLDS 2026 · Agentic Quality Engineering · 10/12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021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71323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40080"/>
            <a:ext cx="36576" cy="7132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285F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43000" y="640080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engineering is a lifecycle — design, build, test, deploy, operate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8412480" cy="71323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81328"/>
            <a:ext cx="36576" cy="71323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81328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4A85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143000" y="1481328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control plane (govern) from execution plane (run)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65760" y="2322576"/>
            <a:ext cx="8412480" cy="71323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22576"/>
            <a:ext cx="36576" cy="713232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322576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BB5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143000" y="2322576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auditability means building forensic capability into the architecture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65760" y="3163824"/>
            <a:ext cx="8412480" cy="71323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63824"/>
            <a:ext cx="36576" cy="713232"/>
          </a:xfrm>
          <a:prstGeom prst="rect">
            <a:avLst/>
          </a:prstGeom>
          <a:solidFill>
            <a:srgbClr val="8E7CC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163824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E7CC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143000" y="3163824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layer generates audit spans — agent, orchestration, tool, LLM, runtime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365760" y="4005072"/>
            <a:ext cx="8412480" cy="71323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005072"/>
            <a:ext cx="36576" cy="713232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005072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607D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143000" y="4005072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design patterns make observability a first-class concern, not an afterthought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MLDS 2026 · Agentic Quality Engineering · 11/12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021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Agentic quality is not a testing phase 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BB5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an architectural commitment.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MLDS 2026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Quality Engineering</dc:title>
  <dc:subject>PptxGenJS Presentation</dc:subject>
  <dc:creator>PptxGenJS</dc:creator>
  <cp:lastModifiedBy>PptxGenJS</cp:lastModifiedBy>
  <cp:revision>1</cp:revision>
  <dcterms:created xsi:type="dcterms:W3CDTF">2026-03-26T01:35:16Z</dcterms:created>
  <dcterms:modified xsi:type="dcterms:W3CDTF">2026-03-26T01:35:16Z</dcterms:modified>
</cp:coreProperties>
</file>