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4299" y="1581249"/>
            <a:ext cx="5215402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Auditability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98517" y="2282230"/>
            <a:ext cx="35469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 Tools &amp; Standards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32195" y="2678410"/>
            <a:ext cx="487961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Open-Source Solutions for Production AI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64850" y="3375620"/>
            <a:ext cx="241420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• Agent Observability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0"/>
          <a:ext cx="7924800" cy="366395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  <a:gridCol w="1584960"/>
                <a:gridCol w="1584960"/>
              </a:tblGrid>
              <a:tr h="5234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Strengths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5234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Vorlon AI Flight Recorder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Patented DataMatrix, immutable audit trails, blast radius &lt;60s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services, healthcare compliance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enterprise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4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LangSmith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 native, full trace replay, automatic instrumentation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LangChain workflows, multi-agent coordination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$39/user/month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234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Datadog LLM Obs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APM integration, enterprise-grade security, cross-platform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Datadog users, hybrid 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$15/host/month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4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 AgentCore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Native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OpenTelemetry native, CloudWatch integration, memory tracking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ecosystem, serverless agents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Pay-per-trace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234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AI Foundry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Native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dashboard, AI-assisted RCA, 90-day retention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users, compliance-heavy industries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GB ingested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4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Arize 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Specialized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evaluation, hallucination detection, toxicity scoring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quality monitoring, production debugging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$500/month+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 Enterprise Auditability Tools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173461"/>
          <a:ext cx="7924800" cy="3665141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  <a:gridCol w="1584960"/>
                <a:gridCol w="1584960"/>
              </a:tblGrid>
              <a:tr h="610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Strengths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4C7"/>
                    </a:solidFill>
                  </a:tcPr>
                </a:tc>
              </a:tr>
              <a:tr h="610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Langfuse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(Open)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Self-hostable, framework-agnostic, full control, PostgreSQL backend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sovereignty, cost optimization, on-prem requirements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Docker, K8s, 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 (Arize)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 visualization, drift detection, local inference tracing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quality analysis, experimentation, RAG debugging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 install, Docker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10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OpenLIT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metrics, cost tracking, OTel-native, PromQL queries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optimization, resource monitoring, multi-cloud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Docker, K8s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LangWatch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(Open)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detection, quality scoring, evaluation automation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monitoring, A/B testing, quality gates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Docker, Cloud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10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OpenTelemetry + Jaeger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standard, vendor-neutral, distributed tracing, massive scale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instrumentation, multi-framework, polyglot stacks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&amp; Cost-Effective Solutions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92333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72991"/>
            <a:ext cx="7924800" cy="1115219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88209"/>
            <a:ext cx="7924800" cy="923330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440138"/>
            <a:ext cx="7924800" cy="1941513"/>
          </a:xfrm>
          <a:prstGeom prst="rect">
            <a:avLst/>
          </a:prstGeom>
          <a:solidFill>
            <a:srgbClr val="E0F2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Standards for Agent Auditability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00100" y="1440161"/>
            <a:ext cx="76946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Context Propagation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1790601"/>
            <a:ext cx="769467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Trace Context headers ensure end-to-end visibility across agent boundaries, microservices, and cloud platforms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00100" y="2363491"/>
            <a:ext cx="76946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Conventions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0100" y="2713931"/>
            <a:ext cx="7543800" cy="38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attributes (gen_ai.*, llm.*) for LLM calls, prompts, tokens, model versions, ensuring vendor-neutral observability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00100" y="3478709"/>
            <a:ext cx="76946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Auto-Instrumentation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0100" y="3829150"/>
            <a:ext cx="769467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Zero-code SDKs for Python, Node.js, Java capture agent interactions automatically without manual tracing code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8200" y="4630638"/>
            <a:ext cx="76558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Best Practices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800" y="5019180"/>
            <a:ext cx="7277100" cy="117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32"/>
              </a:lnSpc>
              <a:buSzPct val="100000"/>
              <a:buChar char="•"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OTel Collector for centralized telemetry routing and filtering</a:t>
            </a:r>
            <a:endParaRPr lang="en-US" sz="1020" dirty="0"/>
          </a:p>
          <a:p>
            <a:pPr marL="342900" indent="-342900">
              <a:lnSpc>
                <a:spcPts val="1632"/>
              </a:lnSpc>
              <a:buSzPct val="100000"/>
              <a:buChar char="•"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sampling strategies (tail-based) to capture errors while controlling costs</a:t>
            </a:r>
            <a:endParaRPr lang="en-US" sz="1020" dirty="0"/>
          </a:p>
          <a:p>
            <a:pPr marL="342900" indent="-342900">
              <a:lnSpc>
                <a:spcPts val="1632"/>
              </a:lnSpc>
              <a:buSzPct val="100000"/>
              <a:buChar char="•"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custom spans for agent decision points, tool invocations, memory operations</a:t>
            </a:r>
            <a:endParaRPr lang="en-US" sz="1020" dirty="0"/>
          </a:p>
          <a:p>
            <a:pPr marL="342900" indent="-342900">
              <a:lnSpc>
                <a:spcPts val="1632"/>
              </a:lnSpc>
              <a:buSzPct val="100000"/>
              <a:buChar char="•"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baggage propagation for user context, session IDs, compliance metadata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84922"/>
            <a:ext cx="7924800" cy="736005"/>
          </a:xfrm>
          <a:prstGeom prst="rect">
            <a:avLst/>
          </a:prstGeom>
          <a:solidFill>
            <a:srgbClr val="FEF2F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20926"/>
            <a:ext cx="7924800" cy="736005"/>
          </a:xfrm>
          <a:prstGeom prst="rect">
            <a:avLst/>
          </a:prstGeom>
          <a:solidFill>
            <a:srgbClr val="FEF2F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56930"/>
            <a:ext cx="7924800" cy="736005"/>
          </a:xfrm>
          <a:prstGeom prst="rect">
            <a:avLst/>
          </a:prstGeom>
          <a:solidFill>
            <a:srgbClr val="FEF2F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792936"/>
            <a:ext cx="7924800" cy="736005"/>
          </a:xfrm>
          <a:prstGeom prst="rect">
            <a:avLst/>
          </a:prstGeom>
          <a:solidFill>
            <a:srgbClr val="FEF2F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https://pplx-res.cloudinary.com/image/upload/pplx_search_images/ab1f29f06605075d5f5391a4dca29494b482bac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0172" y="4757540"/>
            <a:ext cx="5123656" cy="266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600" y="609600"/>
            <a:ext cx="792480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Auditability Failure: Anatomy of Breakdown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00100" y="1737322"/>
            <a:ext cx="7733538" cy="17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Missing Decision Provenance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800100" y="1987153"/>
            <a:ext cx="7733538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approved 247 claims but no record of which policy rules were evaluated or why they passed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800100" y="2473326"/>
            <a:ext cx="7733538" cy="17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Data Lineage Gap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800100" y="2723159"/>
            <a:ext cx="7733538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determine which PDF policy docs were accessed, which embeddings retrieved, or RAG retrieval scores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800100" y="3209330"/>
            <a:ext cx="7733538" cy="17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Cross-Agent Coordination Black Hole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800100" y="3459163"/>
            <a:ext cx="7733538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handoffs invisible—which agent made final decision? When? Based on what data?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800100" y="3945336"/>
            <a:ext cx="7733538" cy="17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Blast Radius Unknown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800100" y="4195167"/>
            <a:ext cx="7733538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discovered 19 days later—impossible to identify all affected claims sharing the same pattern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530352" y="7593411"/>
            <a:ext cx="8083296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Reconstruction Time: 19 Days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609600" y="7872215"/>
            <a:ext cx="7924800" cy="38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proper instrumentation, auditors manually reconstruct agent behavior from fragmented logs, losing causal relationships and decision context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8040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7" y="2581275"/>
            <a:ext cx="982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5424" y="3152775"/>
            <a:ext cx="72131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auditability into agent architecture from day one. OpenTelemetry standards + right tooling = production confidence.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2026-03-26T04:28:02Z</dcterms:created>
  <dcterms:modified xsi:type="dcterms:W3CDTF">2026-03-26T04:28:02Z</dcterms:modified>
</cp:coreProperties>
</file>