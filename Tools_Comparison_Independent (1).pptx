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5BB5A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Observability Tools for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5BB5A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Multi-Agentic Engineering Auditability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vendor-independent comparison for regulated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Covering AWS, Azure, GCP, and open-source stacks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3383280"/>
            <a:ext cx="7315200" cy="914400"/>
          </a:xfrm>
          <a:prstGeom prst="rect">
            <a:avLst/>
          </a:prstGeom>
          <a:solidFill>
            <a:srgbClr val="2A2A3E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34290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Associate Director, GenAI Products — Novartis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0080" y="38404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MLDS 2026 · 27 March 2026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5BB5A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0212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This Matters for Regulated Industries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8412480" cy="54864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640080"/>
            <a:ext cx="36576" cy="548640"/>
          </a:xfrm>
          <a:prstGeom prst="rect">
            <a:avLst/>
          </a:prstGeom>
          <a:solidFill>
            <a:srgbClr val="5BB5A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583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pharma/GxP, every automated decision must be documented, traceable, and reproducible — by regulation.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713232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371600"/>
            <a:ext cx="36576" cy="713232"/>
          </a:xfrm>
          <a:prstGeom prst="rect">
            <a:avLst/>
          </a:prstGeom>
          <a:solidFill>
            <a:srgbClr val="5BB5A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371600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BB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GxP Compliance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383280" y="1371600"/>
            <a:ext cx="5212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agent decision affecting clinical data requires documented provenance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65760" y="2240280"/>
            <a:ext cx="8412480" cy="713232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240280"/>
            <a:ext cx="36576" cy="7132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240280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AI Act (Article 14)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383280" y="2240280"/>
            <a:ext cx="5212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High-risk AI systems must maintain comprehensive audit trails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365760" y="3108960"/>
            <a:ext cx="8412480" cy="713232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108960"/>
            <a:ext cx="36576" cy="713232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108960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CFR Part 11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383280" y="3108960"/>
            <a:ext cx="5212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Electronic records require integrity, attribution, and traceability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365760" y="3977640"/>
            <a:ext cx="8412480" cy="713232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977640"/>
            <a:ext cx="36576" cy="713232"/>
          </a:xfrm>
          <a:prstGeom prst="rect">
            <a:avLst/>
          </a:prstGeom>
          <a:solidFill>
            <a:srgbClr val="8E7CC3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977640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E7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ICH E6(R3)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383280" y="3977640"/>
            <a:ext cx="5212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Computerized systems in clinical trials must be validated and auditable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82880" y="4864608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MLDS 2026 · Observability Tools for Multi-Agentic Auditability · 2/16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5BB5A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0212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Evaluation Criteria — What We Tested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8412480" cy="59436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640080"/>
            <a:ext cx="36576" cy="594360"/>
          </a:xfrm>
          <a:prstGeom prst="rect">
            <a:avLst/>
          </a:prstGeom>
          <a:solidFill>
            <a:srgbClr val="5BB5A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008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BB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Agent Tracing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566160" y="64008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span hierarchy — agent, tool, LLM — not just API call logs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65760" y="1353312"/>
            <a:ext cx="8412480" cy="59436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353312"/>
            <a:ext cx="36576" cy="59436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353312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Swarm / Multi-Agent Audit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566160" y="1353312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Consensus votes, peer messages, handoff metadata captured?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65760" y="2066544"/>
            <a:ext cx="8412480" cy="59436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066544"/>
            <a:ext cx="36576" cy="59436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066544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Pipeline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566160" y="2066544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scores linked to trace spans, not just aggregate dashboards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365760" y="2779776"/>
            <a:ext cx="8412480" cy="59436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779776"/>
            <a:ext cx="36576" cy="594360"/>
          </a:xfrm>
          <a:prstGeom prst="rect">
            <a:avLst/>
          </a:prstGeom>
          <a:solidFill>
            <a:srgbClr val="8E7CC3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779776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E7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Replay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566160" y="2779776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re-execution from checkpoints after failures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365760" y="3493008"/>
            <a:ext cx="8412480" cy="59436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93008"/>
            <a:ext cx="36576" cy="594360"/>
          </a:xfrm>
          <a:prstGeom prst="rect">
            <a:avLst/>
          </a:prstGeom>
          <a:solidFill>
            <a:srgbClr val="607D8B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493008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&amp; Governance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566160" y="3493008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identity, least-privilege scoping, delegation chain audit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365760" y="4206240"/>
            <a:ext cx="8412480" cy="59436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4206240"/>
            <a:ext cx="36576" cy="594360"/>
          </a:xfrm>
          <a:prstGeom prst="rect">
            <a:avLst/>
          </a:prstGeom>
          <a:solidFill>
            <a:srgbClr val="D9967E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20624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99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OTel / Standards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3566160" y="420624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OpenTelemetry GenAI semantic conventions — portable, future-proof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82880" y="4864608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MLDS 2026 · Observability Tools for Multi-Agentic Auditability · 3/16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5BB5A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0212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Effectiveness Matrix — 12 Platforms Compared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-1000" r="-1000" t="0" b="0"/>
          <a:stretch/>
        </p:blipFill>
        <p:spPr>
          <a:xfrm>
            <a:off x="0" y="502920"/>
            <a:ext cx="9144000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" y="4864608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MLDS 2026 · Observability Tools for Multi-Agentic Auditability · 4/16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5BB5A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0212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AWS Stack — Bedrock AgentCore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8412480" cy="4572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640080"/>
            <a:ext cx="36576" cy="457200"/>
          </a:xfrm>
          <a:prstGeom prst="rect">
            <a:avLst/>
          </a:prstGeom>
          <a:solidFill>
            <a:srgbClr val="D9967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00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2M+ SDK downloads since preview. OTel-native. CloudWatch GenAI observability dashboards.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4023360" cy="164592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80160"/>
            <a:ext cx="36576" cy="1645920"/>
          </a:xfrm>
          <a:prstGeom prst="rect">
            <a:avLst/>
          </a:prstGeom>
          <a:solidFill>
            <a:srgbClr val="D9967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35331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99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AgentCore Observability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8640" y="18288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Session/trace/span hierarchy. CloudWatch GenAI dashboards.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4023360" cy="164592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280160"/>
            <a:ext cx="36576" cy="164592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35331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AgentCore Evaluations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846320" y="18288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+ custom evaluators. Online eval. CloudWatch Alarms.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365760" y="3108960"/>
            <a:ext cx="4023360" cy="164592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108960"/>
            <a:ext cx="36576" cy="16459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18211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AgentCore Policy (GA)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48640" y="36576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 boundaries, guardrails. Least-privilege per agent.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4663440" y="3108960"/>
            <a:ext cx="4023360" cy="164592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3108960"/>
            <a:ext cx="36576" cy="1645920"/>
          </a:xfrm>
          <a:prstGeom prst="rect">
            <a:avLst/>
          </a:prstGeom>
          <a:solidFill>
            <a:srgbClr val="5BB5AC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318211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BB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OTel Integration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846320" y="36576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ADOT SDK. W3C + X-Ray format. Exports to Datadog, Arize, LangSmith.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82880" y="4864608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MLDS 2026 · Observability Tools for Multi-Agentic Auditability · 5/16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5BB5A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0212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Azure Stack — Microsoft Foundry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8412480" cy="4572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640080"/>
            <a:ext cx="36576" cy="4572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00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 March 2026. Auto-instrumentation. Evaluations + tracing + monitoring in one control plane.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4023360" cy="164592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80160"/>
            <a:ext cx="36576" cy="16459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35331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Auto-Instrumentation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8640" y="18288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Zero-code tracing for Semantic Kernel, LangChain, LangGraph, OpenAI Agents SDK.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4023360" cy="164592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280160"/>
            <a:ext cx="36576" cy="164592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35331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Evaluation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846320" y="18288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+ custom (Python/LLM-judge). Eval linked to traces. Agent monitoring dashboard.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365760" y="3108960"/>
            <a:ext cx="4023360" cy="164592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108960"/>
            <a:ext cx="36576" cy="1645920"/>
          </a:xfrm>
          <a:prstGeom prst="rect">
            <a:avLst/>
          </a:prstGeom>
          <a:solidFill>
            <a:srgbClr val="5BB5AC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18211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BB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Monitor Integration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48640" y="36576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separate silo. AI telemetry into existing dashboards, RBAC, alerts. Grafana compatible.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4663440" y="3108960"/>
            <a:ext cx="4023360" cy="164592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3108960"/>
            <a:ext cx="36576" cy="1645920"/>
          </a:xfrm>
          <a:prstGeom prst="rect">
            <a:avLst/>
          </a:prstGeom>
          <a:solidFill>
            <a:srgbClr val="8E7CC3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318211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E7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OTel + W3C Trace Context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846320" y="36576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 + Cisco co-authored multi-agent OTel conventions. Framework-agnostic by design.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82880" y="4864608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MLDS 2026 · Observability Tools for Multi-Agentic Auditability · 6/16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5BB5A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0212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Open-Source &amp; Vendor-Neutral Tools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8412480" cy="896112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640080"/>
            <a:ext cx="36576" cy="896112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85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Langfuse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078992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OSS. 6M+ installs/month. Self-host for data sovereignty. Best OSS LLMOps platform.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65760" y="1691640"/>
            <a:ext cx="8412480" cy="896112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691640"/>
            <a:ext cx="36576" cy="896112"/>
          </a:xfrm>
          <a:prstGeom prst="rect">
            <a:avLst/>
          </a:prstGeom>
          <a:solidFill>
            <a:srgbClr val="5BB5AC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737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5BB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Arize Phoenix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48640" y="2130552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OSS, OTel-native. RAG debugging, drift detection. Upgrade path to Arize AX enterprise.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65760" y="2743200"/>
            <a:ext cx="8412480" cy="896112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743200"/>
            <a:ext cx="36576" cy="896112"/>
          </a:xfrm>
          <a:prstGeom prst="rect">
            <a:avLst/>
          </a:prstGeom>
          <a:solidFill>
            <a:srgbClr val="607D8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788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OpenLLMetry / Traceloop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48640" y="3182112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 OTel-native. Hub + MCP server. Works with Prometheus/Grafana/Jaeger.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365760" y="3794760"/>
            <a:ext cx="8412480" cy="896112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794760"/>
            <a:ext cx="36576" cy="896112"/>
          </a:xfrm>
          <a:prstGeom prst="rect">
            <a:avLst/>
          </a:prstGeom>
          <a:solidFill>
            <a:srgbClr val="8E7CC3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840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8E7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DeepChecks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48640" y="4233672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SLM swarm + MoE. Evaluates agents with agents. VPC/on-prem/bare-metal. CI/CD integration.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82880" y="4864608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MLDS 2026 · Observability Tools for Multi-Agentic Auditability · 7/16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5BB5A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0212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Framework-Specific Tools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8412480" cy="896112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640080"/>
            <a:ext cx="36576" cy="89611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85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LangSmith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078992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Proprietary SaaS. Near-zero overhead. Time-travel debugging. Best for LangChain/LangGraph teams.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65760" y="1691640"/>
            <a:ext cx="8412480" cy="896112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691640"/>
            <a:ext cx="36576" cy="896112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737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AgentOps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48640" y="2130552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Agent-specific monitoring. Session replay. Multi-agent workflow visualization. Python-only, cloud-only.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65760" y="2743200"/>
            <a:ext cx="8412480" cy="896112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743200"/>
            <a:ext cx="36576" cy="896112"/>
          </a:xfrm>
          <a:prstGeom prst="rect">
            <a:avLst/>
          </a:prstGeom>
          <a:solidFill>
            <a:srgbClr val="5BB5AC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788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5BB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 AI + DeepEval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48640" y="3182112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 research-backed metrics. Span-level eval. Graph visualization. Red teaming. OSS core.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365760" y="3794760"/>
            <a:ext cx="8412480" cy="896112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794760"/>
            <a:ext cx="36576" cy="896112"/>
          </a:xfrm>
          <a:prstGeom prst="rect">
            <a:avLst/>
          </a:prstGeom>
          <a:solidFill>
            <a:srgbClr val="8E7CC3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840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8E7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W&amp;B Weave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48640" y="4233672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@weave.op decorator. Trace-rich eval with ML lineage. Best for ML-heritage teams with experiment tracking.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82880" y="4864608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MLDS 2026 · Observability Tools for Multi-Agentic Auditability · 8/16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5BB5A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0212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Enterprise APM — Extended for AI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8412480" cy="896112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640080"/>
            <a:ext cx="36576" cy="89611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85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Datadog LLM Observability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1078992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Extends existing APM. Native OTel. Cross-stack correlation. LLM-specific dashboards. Best for Datadog shops.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65760" y="1691640"/>
            <a:ext cx="8412480" cy="896112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691640"/>
            <a:ext cx="36576" cy="896112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737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Dynatrace Davis AI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48640" y="2130552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telemetry. Auto-instrumentation. AWS/Azure/GCP integrations. Causal AI for root cause analysis.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65760" y="2743200"/>
            <a:ext cx="8412480" cy="896112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743200"/>
            <a:ext cx="36576" cy="896112"/>
          </a:xfrm>
          <a:prstGeom prst="rect">
            <a:avLst/>
          </a:prstGeom>
          <a:solidFill>
            <a:srgbClr val="5BB5AC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788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BB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 Observability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48640" y="3182112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AgentCore integration. OTel ingestion. Agent Builder for SRE. Full-text search on traces. APM + AI unified.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365760" y="3794760"/>
            <a:ext cx="8412480" cy="896112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794760"/>
            <a:ext cx="36576" cy="896112"/>
          </a:xfrm>
          <a:prstGeom prst="rect">
            <a:avLst/>
          </a:prstGeom>
          <a:solidFill>
            <a:srgbClr val="8E7CC3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840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E7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Relic AI Monitoring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48640" y="4233672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monitoring module. Token tracking, cost analytics, performance dashboards. Familiar for existing NR teams.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82880" y="4864608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MLDS 2026 · Observability Tools for Multi-Agentic Auditability · 9/16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5BB5A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0212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Head-to-Head Comparison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548640"/>
          <a:ext cx="8595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05840"/>
                <a:gridCol w="1005840"/>
                <a:gridCol w="1097280"/>
                <a:gridCol w="1005840"/>
                <a:gridCol w="10058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5BB5A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Platform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5BB5A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Trace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5BB5A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Swarm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5BB5A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Eval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5BB5A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Replay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5BB5A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OTel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607D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AWS AgentCore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34A85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Full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FBBC0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Partial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34A85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Built-in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FBBC0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Partial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34A85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Native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607D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Azure Foundry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34A85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Full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34A85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Yes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34A85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Built-in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34A85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Yes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34A85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Native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607D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LangSmith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607D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Deep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FBBC0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Partial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34A85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Built-in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FBBC0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Partial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34A85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Yes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607D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Langfuse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34A85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Full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FBBC0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Partial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607D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LLM-judge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9AA0A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34A85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Yes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607D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DeepChecks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607D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Sub-task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34A85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Yes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607D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MoE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9AA0A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FBBC0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Partial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607D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Arize Phoenix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34A85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Full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FBBC0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Partial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34A85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Built-in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FBBC0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Partial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34A85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Native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607D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Datadog LLM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34A85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Full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FBBC0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Partial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607D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Custom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9AA0A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34A85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Native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607D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AgentOps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607D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Deep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9AA0A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34A85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Built-in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34A85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Yes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FBBC0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Partial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82880" y="4864608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MLDS 2026 · Observability Tools for Multi-Agentic Auditability · 10/16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5BB5A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0212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Decision Framework — For Regulated Enterprises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8412480" cy="59436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640080"/>
            <a:ext cx="36576" cy="594360"/>
          </a:xfrm>
          <a:prstGeom prst="rect">
            <a:avLst/>
          </a:prstGeom>
          <a:solidFill>
            <a:srgbClr val="D9967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008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AWS-native + Bedrock agents?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166360" y="64008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577840" y="64008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99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AgentCore + CloudWatch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65760" y="1353312"/>
            <a:ext cx="8412480" cy="59436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353312"/>
            <a:ext cx="36576" cy="59436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Azure-native + compliance?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166360" y="1353312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577840" y="1353312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Foundry + DeepChecks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365760" y="2066544"/>
            <a:ext cx="8412480" cy="59436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066544"/>
            <a:ext cx="36576" cy="59436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066544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Multi-cloud + data sovereignty?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166360" y="2066544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577840" y="2066544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Langfuse + Arize Phoenix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365760" y="2779776"/>
            <a:ext cx="8412480" cy="59436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779776"/>
            <a:ext cx="36576" cy="594360"/>
          </a:xfrm>
          <a:prstGeom prst="rect">
            <a:avLst/>
          </a:prstGeom>
          <a:solidFill>
            <a:srgbClr val="5BB5AC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2779776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Evaluation-first + GxP?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166360" y="2779776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577840" y="2779776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BB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DeepChecks + Confident AI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365760" y="3493008"/>
            <a:ext cx="8412480" cy="59436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493008"/>
            <a:ext cx="36576" cy="594360"/>
          </a:xfrm>
          <a:prstGeom prst="rect">
            <a:avLst/>
          </a:prstGeom>
          <a:solidFill>
            <a:srgbClr val="8E7CC3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493008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APM (Datadog/Elastic)?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5166360" y="3493008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5577840" y="3493008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E7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with LLM module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365760" y="4206240"/>
            <a:ext cx="8412480" cy="59436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4206240"/>
            <a:ext cx="36576" cy="594360"/>
          </a:xfrm>
          <a:prstGeom prst="rect">
            <a:avLst/>
          </a:prstGeom>
          <a:solidFill>
            <a:srgbClr val="607D8B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420624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Maximum portability?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5166360" y="420624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5577840" y="420624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OTel + OpenLLMetry + Grafana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182880" y="4864608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MLDS 2026 · Observability Tools for Multi-Agentic Auditability · 11/16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5BB5A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0212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Latency Overhead Benchmark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on 100 identical multi-agent queries (multi-step travel planning)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36576" cy="54864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058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LangSmith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651760" y="10058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4A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~0%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749040" y="10058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Lightest trace artifacts. Best runtime performance.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65760" y="1664208"/>
            <a:ext cx="8412480" cy="54864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664208"/>
            <a:ext cx="36576" cy="54864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66420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AgentCore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651760" y="166420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4A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~2%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749040" y="1664208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Auto-instrumented. CloudWatch native. Minimal overhead.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365760" y="2322576"/>
            <a:ext cx="8412480" cy="54864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322576"/>
            <a:ext cx="36576" cy="54864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322576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Laminar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651760" y="2322576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4A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~5%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749040" y="2322576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inline evaluation. Clean integration path.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365760" y="2980944"/>
            <a:ext cx="8412480" cy="54864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980944"/>
            <a:ext cx="36576" cy="54864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2980944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AgentOps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2651760" y="2980944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BBC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~12%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3749040" y="2980944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Decoupled integration adds per-step latency.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365760" y="3639312"/>
            <a:ext cx="8412480" cy="54864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639312"/>
            <a:ext cx="36576" cy="54864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63931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Langfuse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2651760" y="363931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BBC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~15%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3749040" y="363931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Richer trace detail = more I/O per request.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365760" y="4297680"/>
            <a:ext cx="8412480" cy="54864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" y="4297680"/>
            <a:ext cx="36576" cy="54864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42976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DeepChecks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2651760" y="42976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4A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374904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runs async. Zero runtime overhead.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182880" y="4864608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MLDS 2026 · Observability Tools for Multi-Agentic Auditability · 12/16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5BB5A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0212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Recommendations for Pharma / GxP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8412480" cy="896112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640080"/>
            <a:ext cx="36576" cy="896112"/>
          </a:xfrm>
          <a:prstGeom prst="rect">
            <a:avLst/>
          </a:prstGeom>
          <a:solidFill>
            <a:srgbClr val="5BB5A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85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5BB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Workflows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078992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Foundry or AWS AgentCore for managed compliance. DeepChecks for eval. Langfuse for self-hosted audit.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65760" y="1691640"/>
            <a:ext cx="8412480" cy="896112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691640"/>
            <a:ext cx="36576" cy="89611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737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Analytics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48640" y="2130552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Langfuse + Arize Phoenix (multi-cloud). LangSmith if LangChain-native. Datadog if existing stack.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65760" y="2743200"/>
            <a:ext cx="8412480" cy="896112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743200"/>
            <a:ext cx="36576" cy="896112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788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Submissions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48640" y="3182112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DeepChecks MoE for evaluation accuracy. Foundry/AgentCore for identity governance. OTel for portability.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365760" y="3794760"/>
            <a:ext cx="8412480" cy="896112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794760"/>
            <a:ext cx="36576" cy="896112"/>
          </a:xfrm>
          <a:prstGeom prst="rect">
            <a:avLst/>
          </a:prstGeom>
          <a:solidFill>
            <a:srgbClr val="8E7CC3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840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8E7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AI Platforms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48640" y="4233672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OpenLLMetry + Grafana for lightweight start. Migrate to Arize AX or Foundry for enterprise scale.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82880" y="4864608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MLDS 2026 · Observability Tools for Multi-Agentic Auditability · 13/16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5BB5A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0212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References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8412480" cy="47548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640080"/>
            <a:ext cx="36576" cy="475488"/>
          </a:xfrm>
          <a:prstGeom prst="rect">
            <a:avLst/>
          </a:prstGeom>
          <a:solidFill>
            <a:srgbClr val="5BB5A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0080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AWS Bedrock AgentCore Observability (OTel + CloudWatch GenAI)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8412480" cy="47548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1234440"/>
            <a:ext cx="36576" cy="475488"/>
          </a:xfrm>
          <a:prstGeom prst="rect">
            <a:avLst/>
          </a:prstGeom>
          <a:solidFill>
            <a:srgbClr val="5BB5A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234440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Azure Foundry Observability (GA March 2026)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65760" y="1828800"/>
            <a:ext cx="8412480" cy="47548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" y="1828800"/>
            <a:ext cx="36576" cy="475488"/>
          </a:xfrm>
          <a:prstGeom prst="rect">
            <a:avLst/>
          </a:prstGeom>
          <a:solidFill>
            <a:srgbClr val="5BB5A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828800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DeepChecks Agentic Workflow Evaluation (MoE + CI/CD)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365760" y="2423160"/>
            <a:ext cx="8412480" cy="47548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2423160"/>
            <a:ext cx="36576" cy="475488"/>
          </a:xfrm>
          <a:prstGeom prst="rect">
            <a:avLst/>
          </a:prstGeom>
          <a:solidFill>
            <a:srgbClr val="5BB5A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423160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OpenTelemetry GenAI Semantic Conventions (agent spans)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365760" y="3017520"/>
            <a:ext cx="8412480" cy="47548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760" y="3017520"/>
            <a:ext cx="36576" cy="475488"/>
          </a:xfrm>
          <a:prstGeom prst="rect">
            <a:avLst/>
          </a:prstGeom>
          <a:solidFill>
            <a:srgbClr val="5BB5A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017520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Langfuse Open-Source LLMOps (MIT, self-hosted)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365760" y="3611880"/>
            <a:ext cx="8412480" cy="47548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0" name="Shape 18"/>
          <p:cNvSpPr/>
          <p:nvPr/>
        </p:nvSpPr>
        <p:spPr>
          <a:xfrm>
            <a:off x="365760" y="3611880"/>
            <a:ext cx="36576" cy="475488"/>
          </a:xfrm>
          <a:prstGeom prst="rect">
            <a:avLst/>
          </a:prstGeom>
          <a:solidFill>
            <a:srgbClr val="5BB5AC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611880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Arize Phoenix + AX (OSS + enterprise upgrade path)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365760" y="4206240"/>
            <a:ext cx="8412480" cy="47548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3" name="Shape 21"/>
          <p:cNvSpPr/>
          <p:nvPr/>
        </p:nvSpPr>
        <p:spPr>
          <a:xfrm>
            <a:off x="365760" y="4206240"/>
            <a:ext cx="36576" cy="475488"/>
          </a:xfrm>
          <a:prstGeom prst="rect">
            <a:avLst/>
          </a:prstGeom>
          <a:solidFill>
            <a:srgbClr val="5BB5AC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206240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 AIMultiple: 15 AI Agent Observability Tools Benchmarked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82880" y="4864608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MLDS 2026 · Observability Tools for Multi-Agentic Auditability · 14/16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5BB5A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0212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8412480" cy="713232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640080"/>
            <a:ext cx="36576" cy="713232"/>
          </a:xfrm>
          <a:prstGeom prst="rect">
            <a:avLst/>
          </a:prstGeom>
          <a:solidFill>
            <a:srgbClr val="5BB5A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0080"/>
            <a:ext cx="548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5BB5A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43000" y="640080"/>
            <a:ext cx="7406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tool covers all 6 auditability dimensions — plan a 2-3 tool stack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65760" y="1481328"/>
            <a:ext cx="8412480" cy="713232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481328"/>
            <a:ext cx="36576" cy="7132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481328"/>
            <a:ext cx="548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4285F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143000" y="1481328"/>
            <a:ext cx="7406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AgentCore and Azure Foundry are now production-grade for regulated use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65760" y="2322576"/>
            <a:ext cx="8412480" cy="713232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322576"/>
            <a:ext cx="36576" cy="713232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322576"/>
            <a:ext cx="548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4A85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143000" y="2322576"/>
            <a:ext cx="7406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DeepChecks MoE fills the evaluation gap that trace-only tools miss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365760" y="3163824"/>
            <a:ext cx="8412480" cy="713232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163824"/>
            <a:ext cx="36576" cy="713232"/>
          </a:xfrm>
          <a:prstGeom prst="rect">
            <a:avLst/>
          </a:prstGeom>
          <a:solidFill>
            <a:srgbClr val="8E7CC3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163824"/>
            <a:ext cx="548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8E7CC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143000" y="3163824"/>
            <a:ext cx="7406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OTel-native tools ensure portability across clouds — critical for pharma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365760" y="4005072"/>
            <a:ext cx="8412480" cy="713232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4005072"/>
            <a:ext cx="36576" cy="713232"/>
          </a:xfrm>
          <a:prstGeom prst="rect">
            <a:avLst/>
          </a:prstGeom>
          <a:solidFill>
            <a:srgbClr val="607D8B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005072"/>
            <a:ext cx="548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607D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143000" y="4005072"/>
            <a:ext cx="7406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one workflow, instrument it fully, then scale across the org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82880" y="4864608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MLDS 2026 · Observability Tools for Multi-Agentic Auditability · 15/16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5BB5A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best observability stack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 the one that makes every agent decision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5BB5A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forensically reconstructable.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tools that serve your compliance requirements first,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engineering workflow second.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— MLDS 2026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Observability Tools for Multi-Agentic Auditability</dc:title>
  <dc:subject>PptxGenJS Presentation</dc:subject>
  <dc:creator>PptxGenJS</dc:creator>
  <cp:lastModifiedBy>PptxGenJS</cp:lastModifiedBy>
  <cp:revision>1</cp:revision>
  <dcterms:created xsi:type="dcterms:W3CDTF">2026-03-26T01:47:17Z</dcterms:created>
  <dcterms:modified xsi:type="dcterms:W3CDTF">2026-03-26T01:47:17Z</dcterms:modified>
</cp:coreProperties>
</file>