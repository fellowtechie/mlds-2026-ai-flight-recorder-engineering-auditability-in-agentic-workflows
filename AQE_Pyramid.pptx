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Quality Engineering Pyramid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 of quality — from unit tests to governance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03120" y="1005840"/>
            <a:ext cx="4937760" cy="713232"/>
          </a:xfrm>
          <a:prstGeom prst="rect">
            <a:avLst/>
          </a:prstGeom>
          <a:solidFill>
            <a:srgbClr val="EDF0F2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03120" y="1005840"/>
            <a:ext cx="54864" cy="71323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52144"/>
            <a:ext cx="438912" cy="438912"/>
          </a:xfrm>
          <a:prstGeom prst="ellipse">
            <a:avLst/>
          </a:prstGeom>
          <a:solidFill>
            <a:srgbClr val="607D8B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521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8036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0" y="14264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691640" y="1773936"/>
            <a:ext cx="5760720" cy="713232"/>
          </a:xfrm>
          <a:prstGeom prst="rect">
            <a:avLst/>
          </a:prstGeom>
          <a:solidFill>
            <a:srgbClr val="F0ECF6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91640" y="1773936"/>
            <a:ext cx="54864" cy="713232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13" name="Shape 11"/>
          <p:cNvSpPr/>
          <p:nvPr/>
        </p:nvSpPr>
        <p:spPr>
          <a:xfrm>
            <a:off x="1874520" y="1920240"/>
            <a:ext cx="438912" cy="438912"/>
          </a:xfrm>
          <a:prstGeom prst="ellipse">
            <a:avLst/>
          </a:prstGeom>
          <a:solidFill>
            <a:srgbClr val="8E7CC3"/>
          </a:solidFill>
          <a:ln/>
        </p:spPr>
      </p:sp>
      <p:sp>
        <p:nvSpPr>
          <p:cNvPr id="14" name="Text 12"/>
          <p:cNvSpPr/>
          <p:nvPr/>
        </p:nvSpPr>
        <p:spPr>
          <a:xfrm>
            <a:off x="1874520" y="1920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68880" y="184708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2628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Latency, errors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80160" y="2542032"/>
            <a:ext cx="6583680" cy="713232"/>
          </a:xfrm>
          <a:prstGeom prst="rect">
            <a:avLst/>
          </a:prstGeom>
          <a:solidFill>
            <a:srgbClr val="ECF5F4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80160" y="2542032"/>
            <a:ext cx="54864" cy="713232"/>
          </a:xfrm>
          <a:prstGeom prst="rect">
            <a:avLst/>
          </a:prstGeom>
          <a:solidFill>
            <a:srgbClr val="5BB5AC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040" y="2688336"/>
            <a:ext cx="438912" cy="438912"/>
          </a:xfrm>
          <a:prstGeom prst="ellipse">
            <a:avLst/>
          </a:prstGeom>
          <a:solidFill>
            <a:srgbClr val="5BB5AC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2688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057400" y="261518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B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937760" y="29626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per span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68680" y="3310128"/>
            <a:ext cx="7406640" cy="713232"/>
          </a:xfrm>
          <a:prstGeom prst="rect">
            <a:avLst/>
          </a:prstGeom>
          <a:solidFill>
            <a:srgbClr val="EAF5EC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3310128"/>
            <a:ext cx="54864" cy="71323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3456432"/>
            <a:ext cx="438912" cy="43891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3456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645920" y="3383280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349240" y="3730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success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457200" y="4078224"/>
            <a:ext cx="8229600" cy="713232"/>
          </a:xfrm>
          <a:prstGeom prst="rect">
            <a:avLst/>
          </a:prstGeom>
          <a:solidFill>
            <a:srgbClr val="EBF2FE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078224"/>
            <a:ext cx="54864" cy="7132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224528"/>
            <a:ext cx="438912" cy="43891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224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234440" y="415137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TESTING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760720" y="4498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rate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8778240" y="1280160"/>
            <a:ext cx="0" cy="3236976"/>
          </a:xfrm>
          <a:prstGeom prst="line">
            <a:avLst/>
          </a:prstGeom>
          <a:noFill/>
          <a:ln w="25400">
            <a:solidFill>
              <a:srgbClr val="9AA0A6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8668512" y="9601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 rot="5400000">
            <a:off x="841248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" y="42976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 rot="16200000">
            <a:off x="-9144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MLDS 2026 · Agentic Quality Engineering Pyramid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2026-03-26T06:28:39Z</dcterms:created>
  <dcterms:modified xsi:type="dcterms:W3CDTF">2026-03-26T06:28:39Z</dcterms:modified>
</cp:coreProperties>
</file>