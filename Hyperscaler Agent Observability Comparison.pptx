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7974" y="1581249"/>
            <a:ext cx="718805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Agent Observability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18579" y="2282230"/>
            <a:ext cx="57067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vs Azure AI Foundry vs Google Vertex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77400" y="2678410"/>
            <a:ext cx="41891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Feature Comparison for Multi-Agent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62837" y="3375620"/>
            <a:ext cx="26182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• Enterprise Architecture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0"/>
            <a:ext cx="7924800" cy="108337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61630"/>
            <a:ext cx="7924800" cy="108337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73600"/>
            <a:ext cx="7924800" cy="108337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AgentCore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12541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OpenTelemetry-native observability with CloudWatch integration, session/span tracing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7902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224510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 for multi-agent workflows with Application Insights integration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410220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Vertex AI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536480"/>
            <a:ext cx="761695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Trace integration with DAG visualization and session-level views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OpenTelemetry Native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support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Partial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support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Auto-instrumentation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Built-in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Built-in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Manual setup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Session-level tracking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Span-level granularity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attributes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Extensible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Extensible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Limited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&amp; Instrumentation Comparison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 view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Timeline view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Unified dashboard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DAG visualization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Agent-to-agent tracking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chain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chain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Basic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invocation logs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Detailed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Detailed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Detailed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call inspection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Prompts + tokens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Prompts + tokens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Prompts + tokens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state tracking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Read/write logs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Limited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Not native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 Observability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metrics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P50/P95/P99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P50/P95/P99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P50/P95/P99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usage tracking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Per-agent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Per-agent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Per-agent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attribution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Real-time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Real-time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Delayed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rate monitoring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CloudWatch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App Insights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Cloud Monitoring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dashboards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Grafana/QuickSight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Power BI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Looker/Data Studio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Performance Monitoring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 replay capability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replay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replay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Read-only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 analysis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Automated suggestions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AI-assisted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Manual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Anomaly detection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ML-powered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ML-powered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ML-powered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configuration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Multi-channel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Multi-channel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Multi-channel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timeline view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Detailed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Detailed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Basic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&amp; Incident Response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evaluations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Built-in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Extensive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Basic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evaluators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Supported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Supported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Supported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detection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Manual setup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Automated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Not native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 testing support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Yes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Limited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score tracking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Continuous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Continuous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Periodic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Quality Monitoring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 immutability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Immutable logs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Immutable logs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Immutable logs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lineage tracking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lineage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lineage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Partial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detection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Automated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Automated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Manual tags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reporting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Pre-built templates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Pre-built templates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Custom only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enforcement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Real-time gates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Real-time gates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Post-hoc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Governance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3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Third-party tools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Datadog, Dynatrace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AppDynamics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Limited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 integration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CloudTrail + SIEM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Sentinel native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Chronicle native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exporters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S3, Kinesis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Event Hubs, Blob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BigQuery, Pub/Sub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for telemetry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REST API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REST API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Full REST API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notifications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SNS/Lambda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Logic Apps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Cloud Functions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Extensibility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3"/>
          <a:ext cx="7924800" cy="2198092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663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Foundry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model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trace + storage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GB ingested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span + storage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10k traces/month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5 GB/month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2.5M spans/month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retention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days (configurable)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 (configurable)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 (configurable)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archival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S3 Glacier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Archive Storage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Coldline Storage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63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Sampling controls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Intelligent sampling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Intelligent sampling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Intelligent sampling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Retention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AgentCore: Strengths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OpenTelemetry integration with minimal setup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state tracking built-in for stateful agents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Seamless CloudWatch integration for existing AWS users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third-party observability platform support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Foundry: Strengths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comprehensive unified dashboard for multi-agent 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automated evaluation and regression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AI-assisted root cause analysis built-in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Longest default retention period (90 days)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Vertex AI Agent Builder: Strengths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Excellent DAG visualization for complex workflows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Native BigQuery integration for analytics at scale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Chronicle SIEM integration for security teams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Generous free tier (2.5M spans/month)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When to Choose AWS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using AWS ecosystem (Lambda, Step Functions, DynamoDB)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best-in-class OpenTelemetry support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agents requiring memory state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Datadog or Dynatrace for enterprise observability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When to Choose Azure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multi-agent workflows requiring unified visibility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continuous automated evaluation and quality regression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compliance with extensive audit requirements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using Azure Sentinel for security operations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When to Choose Google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large-scale analytics on agent traces via BigQuery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visualization is critical for stakeholder communication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team already using Chronicle SIEM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Cost-sensitive deployments leveraging generous free tier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cba9a04c824ceda0c779c9362d265ecf7f3be30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293" y="1325863"/>
            <a:ext cx="5789414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Dashboard Example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512011" y="4526263"/>
            <a:ext cx="41198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metrics, latency, cost tracking with CloudWatch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5133c211867afd99dd2694e5da6f06f2121a77a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517" y="1325863"/>
            <a:ext cx="5388968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 Dashboard Example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463838" y="4526263"/>
            <a:ext cx="42163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 across models, evaluation, observability, and governance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pplx_search_images/930b553a4f0bd97e59d4c766f751378e58b33b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517" y="1325863"/>
            <a:ext cx="5388968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Multi-Agent Tracing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186644" y="4526263"/>
            <a:ext cx="4770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Platform-agnostic option: LangSmith for LangGraph-based multi-agent systems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Platform-Agnostic Alternatives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for LangChain/LangGraph workflows, deep framework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Open-source, self-hostable, framework-agnostic tracing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LLM Observability: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Enterprise-grade with APM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 AI: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 improvement focused, A/B testing native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 Hyperscaler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platforms provide enterprise-grade observability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wins on OpenTelemetry integration and memory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excels at unified dashboards and automated quality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leads in analytics at scale and DAG visualization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 &amp; Documentation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43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AgentCore: docs.aws.amazon.com/bedrock-agentcore/latest/devguide/observability.html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 Agents: learn.microsoft.com/en-us/azure/azure-monitor/app/agents-view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Builder: cloud.google.com/agent-builder/agent-engine/manage/tracing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Guide: getmaxim.ai/articles/top-5-ai-agent-monitoring-platforms-in-2025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7" y="2581275"/>
            <a:ext cx="982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01711" y="3152775"/>
            <a:ext cx="63405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platform that matches your ecosystem. All support production-grade multi-agent observability.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2026-03-26T02:00:03Z</dcterms:created>
  <dcterms:modified xsi:type="dcterms:W3CDTF">2026-03-26T02:00:03Z</dcterms:modified>
</cp:coreProperties>
</file>